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C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3853" autoAdjust="0"/>
  </p:normalViewPr>
  <p:slideViewPr>
    <p:cSldViewPr snapToGrid="0">
      <p:cViewPr>
        <p:scale>
          <a:sx n="100" d="100"/>
          <a:sy n="100" d="100"/>
        </p:scale>
        <p:origin x="9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8DAF7-37E7-C239-DD52-0D9CE8039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409A3A-BDBC-D36C-DACC-717326F0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B4123-FD32-35A0-D1B2-E7B1E0D9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AA47A-409B-AAAA-D132-2BAD2DD1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8B5AD9-7D00-8FF6-AF8B-0A82F4C9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9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0C6F8-1AB2-5A57-6E02-187404B4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9B674-6231-A328-01C5-785EB540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39199-C00A-CEC0-C1A8-69DED5DF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65B85-836E-8C8F-361A-60FC4BEA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46396D-E62D-C444-FBC5-FF7DB1A7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35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8D184-DB19-7FD1-DEE4-7420D59C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304611-5F9E-4F1B-EDF2-BF9B52D7B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CC97A3-6E26-E99A-FC36-C4F2C6A7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497C8-DB83-33BD-77F4-9DE463D6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E8834-6D28-3551-7206-AF2F14F4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08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EF5BF-9F90-1991-656E-28256CF5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FD45F-A53A-6FD0-C8F9-20F7244ED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9B600-4C54-A25B-80A5-CB14F907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554293-4BC6-5105-305A-4EF2672B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7D47DA-937C-4B11-F59B-511F48DD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DD474B-EF59-6E2C-DEE7-F2C75ACB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38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508D8-AAA9-8B81-D251-AB55EF7B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046E37-11DC-630A-6DA0-8BE5C328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3F4FDC-F02C-466E-AE3A-F56D105E2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6F08D0-50C2-D8A5-A488-2F5236E4B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1BA8E0-F1DA-9AB7-5C9D-91BF74343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07C6AB-4950-F388-3E9D-AA4D6A3E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1000EB-DF39-C6B4-BDE9-1BB92CF3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76361F-29A3-C400-A8B5-DFE0DE52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6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B2994-CD46-FC2F-452C-7CAB5724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98987D-433B-4047-7029-C766C8F4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A3883C-1B1A-0193-39A7-A8559F71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7C7679-EF22-5E74-1149-5D5EDF02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74E226-E9B7-91C8-6E0A-656B4EDE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7706EF-B998-3573-99F2-46365155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0A2EB-42C9-D7B3-0DF3-88644082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94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13D13-9328-62DD-2F19-6AD5869F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05C42-DFA3-6608-5D54-65182E06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75F474-7117-A396-A3D6-720D6B597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50C1B2-C46D-2845-DF79-21FBF0C8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88E45-2840-2640-829B-65AF8431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891E8-C7EC-D8B2-D591-04857D84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42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4C173-4C03-CA87-FE04-A9E6E235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C1A7F0-3C0E-8426-1643-B78567B31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0C81F9-2A24-DC18-7205-DD91C9041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369DC3-2F6B-0333-A9A0-1BA693B2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F19BFC-21BA-801F-FA9A-161515F8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59D637-9F06-EC59-E4FF-9964CBB5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84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D4A2C-96FB-8462-BE01-079BA872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ABB854-AF06-FF29-6321-ED78D1E41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B68EC-95FF-CB8B-9B02-6CEBC59A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72308-8528-9DE3-DA0A-70466863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83C131-B5C4-E377-CB6C-7B59CC1C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0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A6FF10-A307-F0FF-E77A-7B437DFC2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EA9225-4DD5-A218-30F3-A18DFE8E8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3565F-A0DB-91BB-1D5C-A386CCEC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16ECB-5806-B083-B180-40586F3F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E8EE7-C551-EE07-5821-BEC7F40A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00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F779DF-2C7C-D6C6-AB05-A1B6C3FA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B3D83-8C70-F088-0FE9-B0AAEFF45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087CBF-AE7F-F904-9114-209619E96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63C6B-BAF0-4F18-A514-03EA64D84D24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8B048-23D0-46C2-28B5-2CD391FD6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7DB23-DA59-85B4-9B7E-95CFE134B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7A166-7775-4D17-B107-262B1C1A5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65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997CD34-0604-D308-A562-A0DEC1899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18" y="2108148"/>
            <a:ext cx="1600542" cy="20036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B1CCF2-BDF0-908B-1830-5896FC932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097" y="2134720"/>
            <a:ext cx="1612282" cy="2003612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0B904772-D4C7-4EF2-F5F0-F95D8DB586DB}"/>
              </a:ext>
            </a:extLst>
          </p:cNvPr>
          <p:cNvGrpSpPr/>
          <p:nvPr/>
        </p:nvGrpSpPr>
        <p:grpSpPr>
          <a:xfrm>
            <a:off x="6699054" y="2805761"/>
            <a:ext cx="502304" cy="1188107"/>
            <a:chOff x="4825813" y="2779059"/>
            <a:chExt cx="502304" cy="118810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A88A7F0-8973-AE88-8102-4372473F17E2}"/>
                </a:ext>
              </a:extLst>
            </p:cNvPr>
            <p:cNvSpPr/>
            <p:nvPr/>
          </p:nvSpPr>
          <p:spPr>
            <a:xfrm>
              <a:off x="4825813" y="2779059"/>
              <a:ext cx="502304" cy="1308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5V</a:t>
              </a:r>
              <a:endParaRPr lang="ko-KR" altLang="en-US" sz="7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C2A751-AE86-57BC-E10F-1AE7FE22460B}"/>
                </a:ext>
              </a:extLst>
            </p:cNvPr>
            <p:cNvSpPr/>
            <p:nvPr/>
          </p:nvSpPr>
          <p:spPr>
            <a:xfrm>
              <a:off x="4825813" y="2955272"/>
              <a:ext cx="502304" cy="1308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GND</a:t>
              </a:r>
              <a:endParaRPr lang="ko-KR" altLang="en-US" sz="700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442C764-C530-1A21-60BB-2D071E45AA70}"/>
                </a:ext>
              </a:extLst>
            </p:cNvPr>
            <p:cNvSpPr/>
            <p:nvPr/>
          </p:nvSpPr>
          <p:spPr>
            <a:xfrm>
              <a:off x="4825813" y="3131485"/>
              <a:ext cx="502304" cy="1308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3V3</a:t>
              </a:r>
              <a:endParaRPr lang="ko-KR" altLang="en-US" sz="7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4178828-11AD-BD7B-327B-C6BA002B65B6}"/>
                </a:ext>
              </a:extLst>
            </p:cNvPr>
            <p:cNvSpPr/>
            <p:nvPr/>
          </p:nvSpPr>
          <p:spPr>
            <a:xfrm>
              <a:off x="4825813" y="3307698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IO19</a:t>
              </a:r>
              <a:endParaRPr lang="ko-KR" altLang="en-US" sz="7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D33109C-C1A6-E050-1408-14BA983FFC88}"/>
                </a:ext>
              </a:extLst>
            </p:cNvPr>
            <p:cNvSpPr/>
            <p:nvPr/>
          </p:nvSpPr>
          <p:spPr>
            <a:xfrm>
              <a:off x="4825813" y="3483911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IO18</a:t>
              </a:r>
              <a:endParaRPr lang="ko-KR" altLang="en-US" sz="7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6839702-D6F0-176B-6BFE-E96E2552B152}"/>
                </a:ext>
              </a:extLst>
            </p:cNvPr>
            <p:cNvSpPr/>
            <p:nvPr/>
          </p:nvSpPr>
          <p:spPr>
            <a:xfrm>
              <a:off x="4825813" y="3660124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IO17</a:t>
              </a:r>
              <a:endParaRPr lang="ko-KR" altLang="en-US" sz="7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6903CCA-5571-C0E7-AD56-E97DA11917C3}"/>
                </a:ext>
              </a:extLst>
            </p:cNvPr>
            <p:cNvSpPr/>
            <p:nvPr/>
          </p:nvSpPr>
          <p:spPr>
            <a:xfrm>
              <a:off x="4825813" y="3836337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IO16</a:t>
              </a:r>
              <a:endParaRPr lang="ko-KR" altLang="en-US" sz="7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29A959F-110F-3AD7-C3A8-8A7F9A09E52E}"/>
              </a:ext>
            </a:extLst>
          </p:cNvPr>
          <p:cNvGrpSpPr/>
          <p:nvPr/>
        </p:nvGrpSpPr>
        <p:grpSpPr>
          <a:xfrm>
            <a:off x="8637091" y="2805760"/>
            <a:ext cx="502304" cy="1188107"/>
            <a:chOff x="4825183" y="2779059"/>
            <a:chExt cx="502304" cy="11881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501BA35-611D-E104-F78E-BC3EA2F40121}"/>
                </a:ext>
              </a:extLst>
            </p:cNvPr>
            <p:cNvSpPr/>
            <p:nvPr/>
          </p:nvSpPr>
          <p:spPr>
            <a:xfrm>
              <a:off x="4825183" y="2779059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IO8</a:t>
              </a:r>
              <a:endParaRPr lang="ko-KR" altLang="en-US" sz="7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83A017-7D2B-D6E7-6F70-A7F8E1A672D8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IO7</a:t>
              </a:r>
              <a:endParaRPr lang="ko-KR" altLang="en-US" sz="700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5AAB93B-9FCE-2CFC-408B-B7A5EB1118F0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IO6</a:t>
              </a:r>
              <a:endParaRPr lang="ko-KR" altLang="en-US" sz="700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6A87BE6-00BA-CC76-CB78-0AC50B5943A0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IO5</a:t>
              </a:r>
              <a:endParaRPr lang="ko-KR" altLang="en-US" sz="7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83F02F9-38B3-BD57-913A-B983731995FD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IO4</a:t>
              </a:r>
              <a:endParaRPr lang="ko-KR" altLang="en-US" sz="700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BB442EC-DDF8-E0B0-CC6C-5D6E7DF823C6}"/>
                </a:ext>
              </a:extLst>
            </p:cNvPr>
            <p:cNvSpPr/>
            <p:nvPr/>
          </p:nvSpPr>
          <p:spPr>
            <a:xfrm>
              <a:off x="4825183" y="3660124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IO3</a:t>
              </a:r>
              <a:endParaRPr lang="ko-KR" altLang="en-US" sz="700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AA23ACC-87C3-EC60-78D9-8AA168B55ED3}"/>
                </a:ext>
              </a:extLst>
            </p:cNvPr>
            <p:cNvSpPr/>
            <p:nvPr/>
          </p:nvSpPr>
          <p:spPr>
            <a:xfrm>
              <a:off x="4825183" y="3836337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IO2</a:t>
              </a:r>
              <a:endParaRPr lang="ko-KR" altLang="en-US" sz="700" dirty="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055F542-5F82-141A-DD7E-23AE66A642F4}"/>
              </a:ext>
            </a:extLst>
          </p:cNvPr>
          <p:cNvSpPr/>
          <p:nvPr/>
        </p:nvSpPr>
        <p:spPr>
          <a:xfrm>
            <a:off x="6153367" y="3334400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GPIO19</a:t>
            </a:r>
            <a:endParaRPr lang="ko-KR" altLang="en-US" sz="7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050AEE-9A15-2F18-937B-BA6FFFCB31F2}"/>
              </a:ext>
            </a:extLst>
          </p:cNvPr>
          <p:cNvSpPr/>
          <p:nvPr/>
        </p:nvSpPr>
        <p:spPr>
          <a:xfrm>
            <a:off x="6153367" y="3510613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GPIO18</a:t>
            </a:r>
            <a:endParaRPr lang="ko-KR" altLang="en-US" sz="7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863FC5E-3AD3-D44A-80FF-18994C0B9260}"/>
              </a:ext>
            </a:extLst>
          </p:cNvPr>
          <p:cNvSpPr/>
          <p:nvPr/>
        </p:nvSpPr>
        <p:spPr>
          <a:xfrm>
            <a:off x="6153367" y="3686826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GPIO17</a:t>
            </a:r>
            <a:endParaRPr lang="ko-KR" altLang="en-US" sz="7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852CB49-90C1-752A-CB6B-9EF84CA1EAE9}"/>
              </a:ext>
            </a:extLst>
          </p:cNvPr>
          <p:cNvSpPr/>
          <p:nvPr/>
        </p:nvSpPr>
        <p:spPr>
          <a:xfrm>
            <a:off x="6153367" y="3863039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GPIO16</a:t>
            </a:r>
            <a:endParaRPr lang="ko-KR" altLang="en-US" sz="7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F3C916C-12CC-F762-4053-0B76F7124319}"/>
              </a:ext>
            </a:extLst>
          </p:cNvPr>
          <p:cNvGrpSpPr/>
          <p:nvPr/>
        </p:nvGrpSpPr>
        <p:grpSpPr>
          <a:xfrm>
            <a:off x="9186805" y="2802912"/>
            <a:ext cx="502304" cy="1188107"/>
            <a:chOff x="4825183" y="2779059"/>
            <a:chExt cx="502304" cy="118810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ABDDD4C-ECF5-9025-018B-A42758FB5B96}"/>
                </a:ext>
              </a:extLst>
            </p:cNvPr>
            <p:cNvSpPr/>
            <p:nvPr/>
          </p:nvSpPr>
          <p:spPr>
            <a:xfrm>
              <a:off x="4825183" y="2779059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GPIO8</a:t>
              </a:r>
              <a:endParaRPr lang="ko-KR" altLang="en-US" sz="7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A8FAC43-8C57-9AC5-2BC9-14666FC9DF33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GPIO7</a:t>
              </a:r>
              <a:endParaRPr lang="ko-KR" altLang="en-US" sz="7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B6BFFDF-61F4-9316-B0EF-F98BA5F05FF8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GPIO6</a:t>
              </a:r>
              <a:endParaRPr lang="ko-KR" altLang="en-US" sz="700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B65A6CE-D7EC-686E-549E-85D3B2CD67C1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GPIO5</a:t>
              </a:r>
              <a:endParaRPr lang="ko-KR" altLang="en-US" sz="700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E8DDE83-9554-17E9-1C81-79E86435C415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GPIO4</a:t>
              </a:r>
              <a:endParaRPr lang="ko-KR" altLang="en-US" sz="700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AD8E8F5-65E7-0605-DB89-8491AE144973}"/>
                </a:ext>
              </a:extLst>
            </p:cNvPr>
            <p:cNvSpPr/>
            <p:nvPr/>
          </p:nvSpPr>
          <p:spPr>
            <a:xfrm>
              <a:off x="4825183" y="3660124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GPIO3</a:t>
              </a:r>
              <a:endParaRPr lang="ko-KR" altLang="en-US" sz="7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9545DFB-EDF7-87F5-C978-E3F05371CBDF}"/>
                </a:ext>
              </a:extLst>
            </p:cNvPr>
            <p:cNvSpPr/>
            <p:nvPr/>
          </p:nvSpPr>
          <p:spPr>
            <a:xfrm>
              <a:off x="4825183" y="3836337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GPIO2</a:t>
              </a:r>
              <a:endParaRPr lang="ko-KR" altLang="en-US" sz="700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63AE300-BCB6-089E-0486-B1E55CED9CDB}"/>
              </a:ext>
            </a:extLst>
          </p:cNvPr>
          <p:cNvGrpSpPr/>
          <p:nvPr/>
        </p:nvGrpSpPr>
        <p:grpSpPr>
          <a:xfrm>
            <a:off x="9734369" y="2979125"/>
            <a:ext cx="502304" cy="659468"/>
            <a:chOff x="4825183" y="2955272"/>
            <a:chExt cx="502304" cy="659468"/>
          </a:xfrm>
          <a:solidFill>
            <a:srgbClr val="002060"/>
          </a:solidFill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4080A47-BD78-421A-9716-D9BFEBD1D5D9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MTDO</a:t>
              </a:r>
              <a:endParaRPr lang="ko-KR" altLang="en-US" sz="700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8BEFDE3-CBFF-2025-AAC7-BEC98460949F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MTCK</a:t>
              </a:r>
              <a:endParaRPr lang="ko-KR" altLang="en-US" sz="700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DA0D87-292F-4A5D-04F7-EEFD95D73B46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MTDI</a:t>
              </a:r>
              <a:endParaRPr lang="ko-KR" altLang="en-US" sz="700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542960F-0B8D-01B0-E5EA-D18B75CB77B9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MTMS</a:t>
              </a:r>
              <a:endParaRPr lang="ko-KR" altLang="en-US" sz="700" dirty="0"/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115266E-90F7-AFEC-4C1E-17531508A624}"/>
              </a:ext>
            </a:extLst>
          </p:cNvPr>
          <p:cNvSpPr/>
          <p:nvPr/>
        </p:nvSpPr>
        <p:spPr>
          <a:xfrm>
            <a:off x="5608054" y="3331551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SDIO_CLK</a:t>
            </a:r>
            <a:endParaRPr lang="ko-KR" altLang="en-US" sz="7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B49986-BEF7-01C1-457F-E0C8A0322737}"/>
              </a:ext>
            </a:extLst>
          </p:cNvPr>
          <p:cNvSpPr/>
          <p:nvPr/>
        </p:nvSpPr>
        <p:spPr>
          <a:xfrm>
            <a:off x="5608054" y="3507764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SDIO_CMD</a:t>
            </a:r>
            <a:endParaRPr lang="ko-KR" altLang="en-US" sz="7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29723C0-1A7A-C7A9-37AF-FAC7397F3BAB}"/>
              </a:ext>
            </a:extLst>
          </p:cNvPr>
          <p:cNvSpPr/>
          <p:nvPr/>
        </p:nvSpPr>
        <p:spPr>
          <a:xfrm>
            <a:off x="5608054" y="3683977"/>
            <a:ext cx="502304" cy="13082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TX</a:t>
            </a:r>
            <a:endParaRPr lang="ko-KR" altLang="en-US" sz="7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6D0BFE5-B093-87BF-0F95-113EFD744D41}"/>
              </a:ext>
            </a:extLst>
          </p:cNvPr>
          <p:cNvSpPr/>
          <p:nvPr/>
        </p:nvSpPr>
        <p:spPr>
          <a:xfrm>
            <a:off x="5608054" y="3860190"/>
            <a:ext cx="502304" cy="13082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RX</a:t>
            </a:r>
            <a:endParaRPr lang="ko-KR" altLang="en-US" sz="7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6E11974-0BA5-7395-4FFB-00B26C0D8A11}"/>
              </a:ext>
            </a:extLst>
          </p:cNvPr>
          <p:cNvSpPr/>
          <p:nvPr/>
        </p:nvSpPr>
        <p:spPr>
          <a:xfrm>
            <a:off x="10281933" y="3155338"/>
            <a:ext cx="576000" cy="130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LP_I2C_SDA</a:t>
            </a:r>
            <a:endParaRPr lang="ko-KR" altLang="en-US" sz="7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BC105F0-D049-8DF5-EEC9-EA07BFC36FBB}"/>
              </a:ext>
            </a:extLst>
          </p:cNvPr>
          <p:cNvSpPr/>
          <p:nvPr/>
        </p:nvSpPr>
        <p:spPr>
          <a:xfrm>
            <a:off x="10281933" y="2982342"/>
            <a:ext cx="576000" cy="130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LP_I2C_SCL</a:t>
            </a:r>
            <a:endParaRPr lang="ko-KR" altLang="en-US" sz="7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F984B81-E068-1779-711B-69039AE25AAB}"/>
              </a:ext>
            </a:extLst>
          </p:cNvPr>
          <p:cNvSpPr/>
          <p:nvPr/>
        </p:nvSpPr>
        <p:spPr>
          <a:xfrm>
            <a:off x="10281933" y="3507764"/>
            <a:ext cx="576000" cy="130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LP_UART_RXD</a:t>
            </a:r>
            <a:endParaRPr lang="ko-KR" altLang="en-US" sz="7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3BDE1BD-D0D6-825F-A85D-954385D02278}"/>
              </a:ext>
            </a:extLst>
          </p:cNvPr>
          <p:cNvSpPr/>
          <p:nvPr/>
        </p:nvSpPr>
        <p:spPr>
          <a:xfrm>
            <a:off x="10281933" y="3334768"/>
            <a:ext cx="576000" cy="1308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LP_UART_TXD</a:t>
            </a:r>
            <a:endParaRPr lang="ko-KR" altLang="en-US" sz="7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7C47D5-8577-A017-4B4F-815C32FB6E6B}"/>
              </a:ext>
            </a:extLst>
          </p:cNvPr>
          <p:cNvCxnSpPr/>
          <p:nvPr/>
        </p:nvCxnSpPr>
        <p:spPr>
          <a:xfrm>
            <a:off x="2518460" y="3220752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98A94AD-9B35-DBAE-CEF1-55DB3541E98C}"/>
              </a:ext>
            </a:extLst>
          </p:cNvPr>
          <p:cNvCxnSpPr/>
          <p:nvPr/>
        </p:nvCxnSpPr>
        <p:spPr>
          <a:xfrm>
            <a:off x="2518460" y="3396965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ABB4EFD-3D9D-1399-6468-1EA29EDEAAE4}"/>
              </a:ext>
            </a:extLst>
          </p:cNvPr>
          <p:cNvCxnSpPr>
            <a:cxnSpLocks/>
          </p:cNvCxnSpPr>
          <p:nvPr/>
        </p:nvCxnSpPr>
        <p:spPr>
          <a:xfrm flipH="1">
            <a:off x="1480714" y="3396965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DA0F178-E513-32EC-948D-E59A2F54F860}"/>
              </a:ext>
            </a:extLst>
          </p:cNvPr>
          <p:cNvCxnSpPr>
            <a:cxnSpLocks/>
          </p:cNvCxnSpPr>
          <p:nvPr/>
        </p:nvCxnSpPr>
        <p:spPr>
          <a:xfrm flipH="1">
            <a:off x="1480714" y="3220752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C0ABBDF-EBC4-A2A4-8CDE-E7C3232AD7ED}"/>
              </a:ext>
            </a:extLst>
          </p:cNvPr>
          <p:cNvCxnSpPr/>
          <p:nvPr/>
        </p:nvCxnSpPr>
        <p:spPr>
          <a:xfrm>
            <a:off x="2514806" y="2484152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22185AD-8019-DC3E-F2A8-0050A3116D9B}"/>
              </a:ext>
            </a:extLst>
          </p:cNvPr>
          <p:cNvCxnSpPr>
            <a:cxnSpLocks/>
          </p:cNvCxnSpPr>
          <p:nvPr/>
        </p:nvCxnSpPr>
        <p:spPr>
          <a:xfrm flipH="1">
            <a:off x="1477060" y="2484152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B5E050A-A4DA-1D1A-179F-2C058927493E}"/>
              </a:ext>
            </a:extLst>
          </p:cNvPr>
          <p:cNvSpPr/>
          <p:nvPr/>
        </p:nvSpPr>
        <p:spPr>
          <a:xfrm>
            <a:off x="956400" y="3161688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IO23</a:t>
            </a:r>
            <a:endParaRPr lang="ko-KR" altLang="en-US" sz="7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8BBCF46-2676-E745-3577-B9673AE24253}"/>
              </a:ext>
            </a:extLst>
          </p:cNvPr>
          <p:cNvSpPr/>
          <p:nvPr/>
        </p:nvSpPr>
        <p:spPr>
          <a:xfrm>
            <a:off x="956400" y="3337901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IO22</a:t>
            </a:r>
            <a:endParaRPr lang="ko-KR" altLang="en-US" sz="7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6B11309-D3AB-EACA-6D32-9E338F78D44E}"/>
              </a:ext>
            </a:extLst>
          </p:cNvPr>
          <p:cNvSpPr/>
          <p:nvPr/>
        </p:nvSpPr>
        <p:spPr>
          <a:xfrm>
            <a:off x="3334210" y="3155338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IO21</a:t>
            </a:r>
            <a:endParaRPr lang="ko-KR" altLang="en-US" sz="7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AB4085E-DB25-7DD3-05C1-F474F1889A48}"/>
              </a:ext>
            </a:extLst>
          </p:cNvPr>
          <p:cNvSpPr/>
          <p:nvPr/>
        </p:nvSpPr>
        <p:spPr>
          <a:xfrm>
            <a:off x="3334210" y="3331551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IO20</a:t>
            </a:r>
            <a:endParaRPr lang="ko-KR" altLang="en-US" sz="7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4716C60-FA9D-675B-B201-1A1C95776811}"/>
              </a:ext>
            </a:extLst>
          </p:cNvPr>
          <p:cNvSpPr/>
          <p:nvPr/>
        </p:nvSpPr>
        <p:spPr>
          <a:xfrm>
            <a:off x="3882949" y="3155337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SDIO_DATA1</a:t>
            </a:r>
            <a:endParaRPr lang="ko-KR" altLang="en-US" sz="7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C883B1F-3BF9-4F43-16C8-61F6BDBEE7A0}"/>
              </a:ext>
            </a:extLst>
          </p:cNvPr>
          <p:cNvSpPr/>
          <p:nvPr/>
        </p:nvSpPr>
        <p:spPr>
          <a:xfrm>
            <a:off x="3882949" y="3331550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SDIO_DATA0</a:t>
            </a:r>
            <a:endParaRPr lang="ko-KR" altLang="en-US" sz="7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0779566-EAAD-77E5-A5C7-4AAFEE8FFD49}"/>
              </a:ext>
            </a:extLst>
          </p:cNvPr>
          <p:cNvSpPr/>
          <p:nvPr/>
        </p:nvSpPr>
        <p:spPr>
          <a:xfrm>
            <a:off x="333445" y="3161688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SDIO_DATA3</a:t>
            </a:r>
            <a:endParaRPr lang="ko-KR" altLang="en-US" sz="7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439289C-89B7-7E48-ED15-81B010F58510}"/>
              </a:ext>
            </a:extLst>
          </p:cNvPr>
          <p:cNvSpPr/>
          <p:nvPr/>
        </p:nvSpPr>
        <p:spPr>
          <a:xfrm>
            <a:off x="333445" y="3337901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SDIO_DATA2</a:t>
            </a:r>
            <a:endParaRPr lang="ko-KR" altLang="en-US" sz="70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C2CCB5D-90B3-704E-201C-D8516CB828B5}"/>
              </a:ext>
            </a:extLst>
          </p:cNvPr>
          <p:cNvSpPr/>
          <p:nvPr/>
        </p:nvSpPr>
        <p:spPr>
          <a:xfrm>
            <a:off x="5058239" y="3860190"/>
            <a:ext cx="502304" cy="1308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MISO</a:t>
            </a:r>
            <a:endParaRPr lang="ko-KR" altLang="en-US" sz="700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B72EC44-CEB3-AA05-E13E-A110485C6BAE}"/>
              </a:ext>
            </a:extLst>
          </p:cNvPr>
          <p:cNvSpPr/>
          <p:nvPr/>
        </p:nvSpPr>
        <p:spPr>
          <a:xfrm>
            <a:off x="4511833" y="3331550"/>
            <a:ext cx="502304" cy="1308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CLK</a:t>
            </a:r>
            <a:endParaRPr lang="ko-KR" altLang="en-US" sz="700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315FCF1-C5E8-1D1A-1A26-66B035AF7284}"/>
              </a:ext>
            </a:extLst>
          </p:cNvPr>
          <p:cNvSpPr/>
          <p:nvPr/>
        </p:nvSpPr>
        <p:spPr>
          <a:xfrm>
            <a:off x="4511833" y="3155336"/>
            <a:ext cx="502304" cy="1308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MOSI</a:t>
            </a:r>
            <a:endParaRPr lang="ko-KR" altLang="en-US" sz="700" dirty="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8FA2E4B-404E-02F3-14B4-FC9D93BC93CC}"/>
              </a:ext>
            </a:extLst>
          </p:cNvPr>
          <p:cNvSpPr/>
          <p:nvPr/>
        </p:nvSpPr>
        <p:spPr>
          <a:xfrm>
            <a:off x="3334210" y="2418737"/>
            <a:ext cx="502304" cy="1308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USB_D-</a:t>
            </a:r>
            <a:endParaRPr lang="ko-KR" altLang="en-US" sz="7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5FECB69-AA25-51AC-7A12-183A3DE9957B}"/>
              </a:ext>
            </a:extLst>
          </p:cNvPr>
          <p:cNvSpPr/>
          <p:nvPr/>
        </p:nvSpPr>
        <p:spPr>
          <a:xfrm>
            <a:off x="955452" y="2418737"/>
            <a:ext cx="502304" cy="1308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USB_D+</a:t>
            </a:r>
            <a:endParaRPr lang="ko-KR" altLang="en-US" sz="70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2EF3A9E-29AE-BAE3-A825-C9790AC119BB}"/>
              </a:ext>
            </a:extLst>
          </p:cNvPr>
          <p:cNvSpPr/>
          <p:nvPr/>
        </p:nvSpPr>
        <p:spPr>
          <a:xfrm>
            <a:off x="10903193" y="3155338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FSPICLK</a:t>
            </a:r>
            <a:endParaRPr lang="ko-KR" altLang="en-US" sz="7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128013C-B975-48F3-91A6-2E9DF65E95D6}"/>
              </a:ext>
            </a:extLst>
          </p:cNvPr>
          <p:cNvSpPr/>
          <p:nvPr/>
        </p:nvSpPr>
        <p:spPr>
          <a:xfrm>
            <a:off x="10903193" y="2982342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FSPID</a:t>
            </a:r>
            <a:endParaRPr lang="ko-KR" altLang="en-US" sz="700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AB26DEE-1001-A423-E289-D2F599051DC6}"/>
              </a:ext>
            </a:extLst>
          </p:cNvPr>
          <p:cNvSpPr/>
          <p:nvPr/>
        </p:nvSpPr>
        <p:spPr>
          <a:xfrm>
            <a:off x="10903193" y="3507764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FSPIHD</a:t>
            </a:r>
            <a:endParaRPr lang="ko-KR" altLang="en-US" sz="700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B044E77-68E8-D226-DF15-FE39E5A6FBFC}"/>
              </a:ext>
            </a:extLst>
          </p:cNvPr>
          <p:cNvSpPr/>
          <p:nvPr/>
        </p:nvSpPr>
        <p:spPr>
          <a:xfrm>
            <a:off x="10903193" y="3334768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FSPIWP</a:t>
            </a:r>
            <a:endParaRPr lang="ko-KR" altLang="en-US" sz="7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B9A9D8D-3B1B-8ED3-0DC2-F0E36701309B}"/>
              </a:ext>
            </a:extLst>
          </p:cNvPr>
          <p:cNvSpPr/>
          <p:nvPr/>
        </p:nvSpPr>
        <p:spPr>
          <a:xfrm>
            <a:off x="10903193" y="3860189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FSPIQ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77078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3E1C-3275-442D-E258-DCA98E16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875F9A0-521A-2416-ED1E-4D5A5A899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18" y="1354050"/>
            <a:ext cx="1600542" cy="20036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006EEA0-14B0-DFCE-C788-935CB378C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837" y="1380622"/>
            <a:ext cx="1612282" cy="2003612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5DD4C48-0EDB-18BD-6D4A-168C0CE18D75}"/>
              </a:ext>
            </a:extLst>
          </p:cNvPr>
          <p:cNvGrpSpPr/>
          <p:nvPr/>
        </p:nvGrpSpPr>
        <p:grpSpPr>
          <a:xfrm>
            <a:off x="7548794" y="2051663"/>
            <a:ext cx="502304" cy="1188107"/>
            <a:chOff x="4825813" y="2779059"/>
            <a:chExt cx="502304" cy="118810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18BF0CB-5E3D-8765-7A7A-211B8A407341}"/>
                </a:ext>
              </a:extLst>
            </p:cNvPr>
            <p:cNvSpPr/>
            <p:nvPr/>
          </p:nvSpPr>
          <p:spPr>
            <a:xfrm>
              <a:off x="4825813" y="2779059"/>
              <a:ext cx="502304" cy="1308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5V</a:t>
              </a:r>
              <a:endParaRPr lang="ko-KR" altLang="en-US" sz="7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1CF0F17-67CE-197F-704D-E470203A66B7}"/>
                </a:ext>
              </a:extLst>
            </p:cNvPr>
            <p:cNvSpPr/>
            <p:nvPr/>
          </p:nvSpPr>
          <p:spPr>
            <a:xfrm>
              <a:off x="4825813" y="2955272"/>
              <a:ext cx="502304" cy="1308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GND</a:t>
              </a:r>
              <a:endParaRPr lang="ko-KR" altLang="en-US" sz="700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A53688B-6A84-B918-9472-BB1B42F5F673}"/>
                </a:ext>
              </a:extLst>
            </p:cNvPr>
            <p:cNvSpPr/>
            <p:nvPr/>
          </p:nvSpPr>
          <p:spPr>
            <a:xfrm>
              <a:off x="4825813" y="3131485"/>
              <a:ext cx="502304" cy="1308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3V3</a:t>
              </a:r>
              <a:endParaRPr lang="ko-KR" altLang="en-US" sz="7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3AA8505-E850-E169-021B-A77A5EC3454A}"/>
                </a:ext>
              </a:extLst>
            </p:cNvPr>
            <p:cNvSpPr/>
            <p:nvPr/>
          </p:nvSpPr>
          <p:spPr>
            <a:xfrm>
              <a:off x="4825813" y="3307698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IO19</a:t>
              </a:r>
              <a:endParaRPr lang="ko-KR" altLang="en-US" sz="7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3CC5405-2397-261F-743A-5C20E8D41619}"/>
                </a:ext>
              </a:extLst>
            </p:cNvPr>
            <p:cNvSpPr/>
            <p:nvPr/>
          </p:nvSpPr>
          <p:spPr>
            <a:xfrm>
              <a:off x="4825813" y="3483911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IO18</a:t>
              </a:r>
              <a:endParaRPr lang="ko-KR" altLang="en-US" sz="7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339B324-66DF-5BFD-489B-8803C4FDD426}"/>
                </a:ext>
              </a:extLst>
            </p:cNvPr>
            <p:cNvSpPr/>
            <p:nvPr/>
          </p:nvSpPr>
          <p:spPr>
            <a:xfrm>
              <a:off x="4825813" y="3660124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IO17</a:t>
              </a:r>
              <a:endParaRPr lang="ko-KR" altLang="en-US" sz="7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DFB18D0-9F8C-89ED-4511-614FDB6C25C9}"/>
                </a:ext>
              </a:extLst>
            </p:cNvPr>
            <p:cNvSpPr/>
            <p:nvPr/>
          </p:nvSpPr>
          <p:spPr>
            <a:xfrm>
              <a:off x="4825813" y="3836337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IO16</a:t>
              </a:r>
              <a:endParaRPr lang="ko-KR" altLang="en-US" sz="7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30EB850-16C3-B8BD-1C08-695FCDF2DBBD}"/>
              </a:ext>
            </a:extLst>
          </p:cNvPr>
          <p:cNvGrpSpPr/>
          <p:nvPr/>
        </p:nvGrpSpPr>
        <p:grpSpPr>
          <a:xfrm>
            <a:off x="9486831" y="2051662"/>
            <a:ext cx="502304" cy="1188107"/>
            <a:chOff x="4825183" y="2779059"/>
            <a:chExt cx="502304" cy="11881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75F9E76-8DCA-4FCC-1DB8-02B553AE1400}"/>
                </a:ext>
              </a:extLst>
            </p:cNvPr>
            <p:cNvSpPr/>
            <p:nvPr/>
          </p:nvSpPr>
          <p:spPr>
            <a:xfrm>
              <a:off x="4825183" y="2779059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IO8</a:t>
              </a:r>
              <a:endParaRPr lang="ko-KR" altLang="en-US" sz="700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4A37914-7428-F712-6781-78A0C22AFDF2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IO7</a:t>
              </a:r>
              <a:endParaRPr lang="ko-KR" altLang="en-US" sz="700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8D8B47E-1D3A-4874-B233-8F6194A97035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IO6</a:t>
              </a:r>
              <a:endParaRPr lang="ko-KR" altLang="en-US" sz="700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E56A4ED-EF9F-9ED1-7A71-F935B942ED06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IO5</a:t>
              </a:r>
              <a:endParaRPr lang="ko-KR" altLang="en-US" sz="700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0DB855B-A541-9964-D89B-D2832AE32A92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IO4</a:t>
              </a:r>
              <a:endParaRPr lang="ko-KR" altLang="en-US" sz="700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83E3897-BE03-45B0-EC90-96E35BB2DF5A}"/>
                </a:ext>
              </a:extLst>
            </p:cNvPr>
            <p:cNvSpPr/>
            <p:nvPr/>
          </p:nvSpPr>
          <p:spPr>
            <a:xfrm>
              <a:off x="4825183" y="3660124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IO3</a:t>
              </a:r>
              <a:endParaRPr lang="ko-KR" altLang="en-US" sz="700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ED0BEEA-670C-5FB6-B5AC-878A2EF58420}"/>
                </a:ext>
              </a:extLst>
            </p:cNvPr>
            <p:cNvSpPr/>
            <p:nvPr/>
          </p:nvSpPr>
          <p:spPr>
            <a:xfrm>
              <a:off x="4825183" y="3836337"/>
              <a:ext cx="502304" cy="13082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IO2</a:t>
              </a:r>
              <a:endParaRPr lang="ko-KR" altLang="en-US" sz="700" dirty="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223AF8-E295-89E2-D3B5-5713463A680B}"/>
              </a:ext>
            </a:extLst>
          </p:cNvPr>
          <p:cNvSpPr/>
          <p:nvPr/>
        </p:nvSpPr>
        <p:spPr>
          <a:xfrm>
            <a:off x="7003107" y="2580302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GPIO19</a:t>
            </a:r>
            <a:endParaRPr lang="ko-KR" altLang="en-US" sz="7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29C24A3-F2C0-F223-84BB-5E2CD04B242F}"/>
              </a:ext>
            </a:extLst>
          </p:cNvPr>
          <p:cNvSpPr/>
          <p:nvPr/>
        </p:nvSpPr>
        <p:spPr>
          <a:xfrm>
            <a:off x="7003107" y="2756515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GPIO18</a:t>
            </a:r>
            <a:endParaRPr lang="ko-KR" altLang="en-US" sz="7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9854BE4-8361-46B2-A8AB-73056CB167DD}"/>
              </a:ext>
            </a:extLst>
          </p:cNvPr>
          <p:cNvSpPr/>
          <p:nvPr/>
        </p:nvSpPr>
        <p:spPr>
          <a:xfrm>
            <a:off x="7003107" y="2932728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GPIO17</a:t>
            </a:r>
            <a:endParaRPr lang="ko-KR" altLang="en-US" sz="7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D0FB7D-756D-DFD7-EEB7-A38392FC1AA5}"/>
              </a:ext>
            </a:extLst>
          </p:cNvPr>
          <p:cNvSpPr/>
          <p:nvPr/>
        </p:nvSpPr>
        <p:spPr>
          <a:xfrm>
            <a:off x="7003107" y="3108941"/>
            <a:ext cx="502304" cy="1308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GPIO16</a:t>
            </a:r>
            <a:endParaRPr lang="ko-KR" altLang="en-US" sz="7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0336267-BAFC-A5B9-A942-779326ACD552}"/>
              </a:ext>
            </a:extLst>
          </p:cNvPr>
          <p:cNvGrpSpPr/>
          <p:nvPr/>
        </p:nvGrpSpPr>
        <p:grpSpPr>
          <a:xfrm>
            <a:off x="10036545" y="2048814"/>
            <a:ext cx="502304" cy="1188107"/>
            <a:chOff x="4825183" y="2779059"/>
            <a:chExt cx="502304" cy="118810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AF6E6F2-4A3A-9CCB-F1DC-06835F0D08A5}"/>
                </a:ext>
              </a:extLst>
            </p:cNvPr>
            <p:cNvSpPr/>
            <p:nvPr/>
          </p:nvSpPr>
          <p:spPr>
            <a:xfrm>
              <a:off x="4825183" y="2779059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GPIO8</a:t>
              </a:r>
              <a:endParaRPr lang="ko-KR" altLang="en-US" sz="7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AF0FA66-7B93-3E14-A775-7D3E50E8253D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GPIO7</a:t>
              </a:r>
              <a:endParaRPr lang="ko-KR" altLang="en-US" sz="700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19A26B7-A18E-435C-1FD0-A99884ACECA8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GPIO6</a:t>
              </a:r>
              <a:endParaRPr lang="ko-KR" altLang="en-US" sz="700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EDA3F55-A124-CAB8-9A5B-69BE372FCA2A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GPIO5</a:t>
              </a:r>
              <a:endParaRPr lang="ko-KR" altLang="en-US" sz="700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2670C75-A1C2-7CF9-CFFF-DCEE328698BE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GPIO4</a:t>
              </a:r>
              <a:endParaRPr lang="ko-KR" altLang="en-US" sz="700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AA540FF-01D9-F2EF-3578-478D333E04D8}"/>
                </a:ext>
              </a:extLst>
            </p:cNvPr>
            <p:cNvSpPr/>
            <p:nvPr/>
          </p:nvSpPr>
          <p:spPr>
            <a:xfrm>
              <a:off x="4825183" y="3660124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GPIO3</a:t>
              </a:r>
              <a:endParaRPr lang="ko-KR" altLang="en-US" sz="7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353C8ED-66F9-DB86-C507-94A9995C1699}"/>
                </a:ext>
              </a:extLst>
            </p:cNvPr>
            <p:cNvSpPr/>
            <p:nvPr/>
          </p:nvSpPr>
          <p:spPr>
            <a:xfrm>
              <a:off x="4825183" y="3836337"/>
              <a:ext cx="502304" cy="13082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GPIO2</a:t>
              </a:r>
              <a:endParaRPr lang="ko-KR" altLang="en-US" sz="700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7E7D308-2F70-7298-7F07-F7402313068E}"/>
              </a:ext>
            </a:extLst>
          </p:cNvPr>
          <p:cNvGrpSpPr/>
          <p:nvPr/>
        </p:nvGrpSpPr>
        <p:grpSpPr>
          <a:xfrm>
            <a:off x="10584109" y="2225027"/>
            <a:ext cx="502304" cy="659468"/>
            <a:chOff x="4825183" y="2955272"/>
            <a:chExt cx="502304" cy="659468"/>
          </a:xfrm>
          <a:solidFill>
            <a:srgbClr val="002060"/>
          </a:solidFill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859DC0-1D94-7B5B-FFA7-BB69163E26A2}"/>
                </a:ext>
              </a:extLst>
            </p:cNvPr>
            <p:cNvSpPr/>
            <p:nvPr/>
          </p:nvSpPr>
          <p:spPr>
            <a:xfrm>
              <a:off x="4825183" y="2955272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MTDO</a:t>
              </a:r>
              <a:endParaRPr lang="ko-KR" altLang="en-US" sz="700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D69A6BB-DFB2-7CAB-79FA-DAF39FF96036}"/>
                </a:ext>
              </a:extLst>
            </p:cNvPr>
            <p:cNvSpPr/>
            <p:nvPr/>
          </p:nvSpPr>
          <p:spPr>
            <a:xfrm>
              <a:off x="4825183" y="3131485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MTCK</a:t>
              </a:r>
              <a:endParaRPr lang="ko-KR" altLang="en-US" sz="700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D11AA5F-46A7-241F-C0F6-1E62906CF0AA}"/>
                </a:ext>
              </a:extLst>
            </p:cNvPr>
            <p:cNvSpPr/>
            <p:nvPr/>
          </p:nvSpPr>
          <p:spPr>
            <a:xfrm>
              <a:off x="4825183" y="3307698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MTDI</a:t>
              </a:r>
              <a:endParaRPr lang="ko-KR" altLang="en-US" sz="700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2F2620A-EB07-4983-AAC9-AD5D9F936117}"/>
                </a:ext>
              </a:extLst>
            </p:cNvPr>
            <p:cNvSpPr/>
            <p:nvPr/>
          </p:nvSpPr>
          <p:spPr>
            <a:xfrm>
              <a:off x="4825183" y="3483911"/>
              <a:ext cx="502304" cy="1308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/>
                <a:t>MTMS</a:t>
              </a:r>
              <a:endParaRPr lang="ko-KR" altLang="en-US" sz="700" dirty="0"/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E39AFAC-062F-8300-0E4A-AC5BDEEC0393}"/>
              </a:ext>
            </a:extLst>
          </p:cNvPr>
          <p:cNvSpPr/>
          <p:nvPr/>
        </p:nvSpPr>
        <p:spPr>
          <a:xfrm>
            <a:off x="6457420" y="2580627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SDIO_CLK</a:t>
            </a:r>
            <a:endParaRPr lang="ko-KR" altLang="en-US" sz="7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387FFE1-2E68-0360-D252-54496F325454}"/>
              </a:ext>
            </a:extLst>
          </p:cNvPr>
          <p:cNvSpPr/>
          <p:nvPr/>
        </p:nvSpPr>
        <p:spPr>
          <a:xfrm>
            <a:off x="6457420" y="2756840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SDIO_CMD</a:t>
            </a:r>
            <a:endParaRPr lang="ko-KR" altLang="en-US" sz="7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D48ED14-08A8-8F8A-3C72-061D7ACB175B}"/>
              </a:ext>
            </a:extLst>
          </p:cNvPr>
          <p:cNvSpPr/>
          <p:nvPr/>
        </p:nvSpPr>
        <p:spPr>
          <a:xfrm>
            <a:off x="6457420" y="2933053"/>
            <a:ext cx="502304" cy="13082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TX</a:t>
            </a:r>
            <a:endParaRPr lang="ko-KR" altLang="en-US" sz="7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729BE27-4B2D-9E58-B275-533378DDBE6E}"/>
              </a:ext>
            </a:extLst>
          </p:cNvPr>
          <p:cNvSpPr/>
          <p:nvPr/>
        </p:nvSpPr>
        <p:spPr>
          <a:xfrm>
            <a:off x="6457420" y="3109266"/>
            <a:ext cx="502304" cy="13082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RX</a:t>
            </a:r>
            <a:endParaRPr lang="ko-KR" altLang="en-US" sz="7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EECCFFB-72C5-0250-B9B6-C8877BAC0DF0}"/>
              </a:ext>
            </a:extLst>
          </p:cNvPr>
          <p:cNvCxnSpPr/>
          <p:nvPr/>
        </p:nvCxnSpPr>
        <p:spPr>
          <a:xfrm>
            <a:off x="2518460" y="2466654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3BD896A-866E-E9AA-818C-1DA55A313237}"/>
              </a:ext>
            </a:extLst>
          </p:cNvPr>
          <p:cNvCxnSpPr/>
          <p:nvPr/>
        </p:nvCxnSpPr>
        <p:spPr>
          <a:xfrm>
            <a:off x="2518460" y="2642867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A760336-8872-793D-8816-35D31AD80EC7}"/>
              </a:ext>
            </a:extLst>
          </p:cNvPr>
          <p:cNvCxnSpPr>
            <a:cxnSpLocks/>
          </p:cNvCxnSpPr>
          <p:nvPr/>
        </p:nvCxnSpPr>
        <p:spPr>
          <a:xfrm flipH="1">
            <a:off x="1480714" y="2642867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1FB9371-1EB8-2CFD-6C7D-DF2B1A326C29}"/>
              </a:ext>
            </a:extLst>
          </p:cNvPr>
          <p:cNvCxnSpPr>
            <a:cxnSpLocks/>
          </p:cNvCxnSpPr>
          <p:nvPr/>
        </p:nvCxnSpPr>
        <p:spPr>
          <a:xfrm flipH="1">
            <a:off x="1480714" y="2466654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CEB5878-95C0-0795-5051-4FF8593ADAAF}"/>
              </a:ext>
            </a:extLst>
          </p:cNvPr>
          <p:cNvCxnSpPr/>
          <p:nvPr/>
        </p:nvCxnSpPr>
        <p:spPr>
          <a:xfrm>
            <a:off x="2514806" y="1730054"/>
            <a:ext cx="800100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3A12520-E884-3B7E-FAC4-159648286234}"/>
              </a:ext>
            </a:extLst>
          </p:cNvPr>
          <p:cNvCxnSpPr>
            <a:cxnSpLocks/>
          </p:cNvCxnSpPr>
          <p:nvPr/>
        </p:nvCxnSpPr>
        <p:spPr>
          <a:xfrm flipH="1">
            <a:off x="1477060" y="1730054"/>
            <a:ext cx="777396" cy="0"/>
          </a:xfrm>
          <a:prstGeom prst="line">
            <a:avLst/>
          </a:prstGeom>
          <a:ln w="15875"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2E3C915-938A-580B-B450-A1C46DAEB12C}"/>
              </a:ext>
            </a:extLst>
          </p:cNvPr>
          <p:cNvSpPr/>
          <p:nvPr/>
        </p:nvSpPr>
        <p:spPr>
          <a:xfrm>
            <a:off x="956400" y="2407590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IO23</a:t>
            </a:r>
            <a:endParaRPr lang="ko-KR" altLang="en-US" sz="7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E574315-DC3C-3533-867C-A77514C7860F}"/>
              </a:ext>
            </a:extLst>
          </p:cNvPr>
          <p:cNvSpPr/>
          <p:nvPr/>
        </p:nvSpPr>
        <p:spPr>
          <a:xfrm>
            <a:off x="956400" y="2583803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IO22</a:t>
            </a:r>
            <a:endParaRPr lang="ko-KR" altLang="en-US" sz="7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0A8BE4E-73A4-2E29-4385-DA9372A42C08}"/>
              </a:ext>
            </a:extLst>
          </p:cNvPr>
          <p:cNvSpPr/>
          <p:nvPr/>
        </p:nvSpPr>
        <p:spPr>
          <a:xfrm>
            <a:off x="3334210" y="2401240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IO21</a:t>
            </a:r>
            <a:endParaRPr lang="ko-KR" altLang="en-US" sz="7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4342BEC-7119-0A3F-63E3-EFB063F22E39}"/>
              </a:ext>
            </a:extLst>
          </p:cNvPr>
          <p:cNvSpPr/>
          <p:nvPr/>
        </p:nvSpPr>
        <p:spPr>
          <a:xfrm>
            <a:off x="3334210" y="2577453"/>
            <a:ext cx="502304" cy="1308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IO20</a:t>
            </a:r>
            <a:endParaRPr lang="ko-KR" altLang="en-US" sz="7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1908C3E-1F09-B515-4F22-9A34F0C525C6}"/>
              </a:ext>
            </a:extLst>
          </p:cNvPr>
          <p:cNvSpPr/>
          <p:nvPr/>
        </p:nvSpPr>
        <p:spPr>
          <a:xfrm>
            <a:off x="3882949" y="2401239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SDIO_DATA1</a:t>
            </a:r>
            <a:endParaRPr lang="ko-KR" altLang="en-US" sz="7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3ED1378-A697-EEA1-5DF6-D770971AED70}"/>
              </a:ext>
            </a:extLst>
          </p:cNvPr>
          <p:cNvSpPr/>
          <p:nvPr/>
        </p:nvSpPr>
        <p:spPr>
          <a:xfrm>
            <a:off x="3882949" y="2577452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SDIO_DATA0</a:t>
            </a:r>
            <a:endParaRPr lang="ko-KR" altLang="en-US" sz="7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14B8294-6A74-B62A-62BC-797D3B8C38D4}"/>
              </a:ext>
            </a:extLst>
          </p:cNvPr>
          <p:cNvSpPr/>
          <p:nvPr/>
        </p:nvSpPr>
        <p:spPr>
          <a:xfrm>
            <a:off x="342681" y="2407590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SDIO_DATA3</a:t>
            </a:r>
            <a:endParaRPr lang="ko-KR" altLang="en-US" sz="7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DD576E3-B6BA-F81F-B3C5-D53C2A5294AA}"/>
              </a:ext>
            </a:extLst>
          </p:cNvPr>
          <p:cNvSpPr/>
          <p:nvPr/>
        </p:nvSpPr>
        <p:spPr>
          <a:xfrm>
            <a:off x="342681" y="2583803"/>
            <a:ext cx="576000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SDIO_DATA2</a:t>
            </a:r>
            <a:endParaRPr lang="ko-KR" altLang="en-US" sz="700" dirty="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6E38B86-CF8E-583E-EF45-0C4556E42253}"/>
              </a:ext>
            </a:extLst>
          </p:cNvPr>
          <p:cNvSpPr/>
          <p:nvPr/>
        </p:nvSpPr>
        <p:spPr>
          <a:xfrm>
            <a:off x="3334210" y="1664639"/>
            <a:ext cx="502304" cy="1308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U-</a:t>
            </a:r>
            <a:endParaRPr lang="ko-KR" altLang="en-US" sz="7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1CD6B59-A12F-AC26-6F0B-F85649D21DB6}"/>
              </a:ext>
            </a:extLst>
          </p:cNvPr>
          <p:cNvSpPr/>
          <p:nvPr/>
        </p:nvSpPr>
        <p:spPr>
          <a:xfrm>
            <a:off x="955452" y="1664639"/>
            <a:ext cx="502304" cy="1308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U+</a:t>
            </a:r>
            <a:endParaRPr lang="ko-KR" altLang="en-US" sz="70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A5C0E9F-C0DE-B3D2-5084-C9E40C3E2B39}"/>
              </a:ext>
            </a:extLst>
          </p:cNvPr>
          <p:cNvSpPr/>
          <p:nvPr/>
        </p:nvSpPr>
        <p:spPr>
          <a:xfrm>
            <a:off x="11134094" y="2401240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FSPICLK</a:t>
            </a:r>
            <a:endParaRPr lang="ko-KR" altLang="en-US" sz="7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41A57E6-3B33-F340-1B5C-98B3B2DB0728}"/>
              </a:ext>
            </a:extLst>
          </p:cNvPr>
          <p:cNvSpPr/>
          <p:nvPr/>
        </p:nvSpPr>
        <p:spPr>
          <a:xfrm>
            <a:off x="11134094" y="2228244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FSPID</a:t>
            </a:r>
            <a:endParaRPr lang="ko-KR" altLang="en-US" sz="700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2218C6C-BFF0-D302-87D5-C96573B827E9}"/>
              </a:ext>
            </a:extLst>
          </p:cNvPr>
          <p:cNvSpPr/>
          <p:nvPr/>
        </p:nvSpPr>
        <p:spPr>
          <a:xfrm>
            <a:off x="11134094" y="2753666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FSPIHD</a:t>
            </a:r>
            <a:endParaRPr lang="ko-KR" altLang="en-US" sz="700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B0682E9-3B20-078C-BD59-85C6CE79E24E}"/>
              </a:ext>
            </a:extLst>
          </p:cNvPr>
          <p:cNvSpPr/>
          <p:nvPr/>
        </p:nvSpPr>
        <p:spPr>
          <a:xfrm>
            <a:off x="11134094" y="2580670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FSPIWP</a:t>
            </a:r>
            <a:endParaRPr lang="ko-KR" altLang="en-US" sz="7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CE5AF07-6EA9-61FF-5135-DE86456FC087}"/>
              </a:ext>
            </a:extLst>
          </p:cNvPr>
          <p:cNvSpPr/>
          <p:nvPr/>
        </p:nvSpPr>
        <p:spPr>
          <a:xfrm>
            <a:off x="11134094" y="3106091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FSPIQ</a:t>
            </a:r>
            <a:endParaRPr lang="ko-KR" altLang="en-US" sz="7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3611C1-5AD6-A416-2546-4143A357432F}"/>
              </a:ext>
            </a:extLst>
          </p:cNvPr>
          <p:cNvSpPr/>
          <p:nvPr/>
        </p:nvSpPr>
        <p:spPr>
          <a:xfrm>
            <a:off x="5835359" y="2754600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FSPICS2</a:t>
            </a:r>
            <a:endParaRPr lang="ko-KR" altLang="en-US" sz="7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977A77-D5CC-2FDD-C2E2-CF5FCBCF8346}"/>
              </a:ext>
            </a:extLst>
          </p:cNvPr>
          <p:cNvSpPr/>
          <p:nvPr/>
        </p:nvSpPr>
        <p:spPr>
          <a:xfrm>
            <a:off x="5835359" y="2581604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FSPICS3</a:t>
            </a:r>
            <a:endParaRPr lang="ko-KR" altLang="en-US" sz="7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39D682-B5FB-260F-1357-C45FBAB51722}"/>
              </a:ext>
            </a:extLst>
          </p:cNvPr>
          <p:cNvSpPr/>
          <p:nvPr/>
        </p:nvSpPr>
        <p:spPr>
          <a:xfrm>
            <a:off x="5835359" y="3109407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FSPICS0</a:t>
            </a:r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3474CF-98F7-E4FC-6AE6-50FA0E5C3FC8}"/>
              </a:ext>
            </a:extLst>
          </p:cNvPr>
          <p:cNvSpPr/>
          <p:nvPr/>
        </p:nvSpPr>
        <p:spPr>
          <a:xfrm>
            <a:off x="5835359" y="2934030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FSPICS1</a:t>
            </a:r>
            <a:endParaRPr lang="ko-KR" altLang="en-US" sz="7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6A7581-EB2C-0767-3659-4CD4B26BDB88}"/>
              </a:ext>
            </a:extLst>
          </p:cNvPr>
          <p:cNvSpPr/>
          <p:nvPr/>
        </p:nvSpPr>
        <p:spPr>
          <a:xfrm>
            <a:off x="4510320" y="2576732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FSPICS4</a:t>
            </a:r>
            <a:endParaRPr lang="ko-KR" altLang="en-US" sz="7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84F869-CF2C-0DB4-E246-96C745F986DB}"/>
              </a:ext>
            </a:extLst>
          </p:cNvPr>
          <p:cNvSpPr/>
          <p:nvPr/>
        </p:nvSpPr>
        <p:spPr>
          <a:xfrm>
            <a:off x="4510320" y="2398974"/>
            <a:ext cx="576000" cy="130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FSPICS5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BCC7C-7525-4311-1FC4-37BF25388C3B}"/>
              </a:ext>
            </a:extLst>
          </p:cNvPr>
          <p:cNvSpPr txBox="1"/>
          <p:nvPr/>
        </p:nvSpPr>
        <p:spPr>
          <a:xfrm>
            <a:off x="8289051" y="923498"/>
            <a:ext cx="96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7030A0"/>
                </a:solidFill>
              </a:rPr>
              <a:t>Front</a:t>
            </a:r>
            <a:endParaRPr lang="ko-KR" altLang="en-US" sz="2400" b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F94AE-2DBE-7481-478C-CB5B8DE3C34B}"/>
              </a:ext>
            </a:extLst>
          </p:cNvPr>
          <p:cNvSpPr txBox="1"/>
          <p:nvPr/>
        </p:nvSpPr>
        <p:spPr>
          <a:xfrm>
            <a:off x="1956714" y="886177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7030A0"/>
                </a:solidFill>
              </a:rPr>
              <a:t>Back</a:t>
            </a:r>
            <a:endParaRPr lang="ko-KR" altLang="en-US" sz="2400" b="1" dirty="0">
              <a:solidFill>
                <a:srgbClr val="7030A0"/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B1A1E31-653F-1C97-DAD8-9B588EAC7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112415"/>
              </p:ext>
            </p:extLst>
          </p:nvPr>
        </p:nvGraphicFramePr>
        <p:xfrm>
          <a:off x="3254046" y="3560446"/>
          <a:ext cx="5757101" cy="31724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443">
                  <a:extLst>
                    <a:ext uri="{9D8B030D-6E8A-4147-A177-3AD203B41FA5}">
                      <a16:colId xmlns:a16="http://schemas.microsoft.com/office/drawing/2014/main" val="2091436699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390459979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1571628567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2928703140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3698455426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1767789754"/>
                    </a:ext>
                  </a:extLst>
                </a:gridCol>
                <a:gridCol w="822443">
                  <a:extLst>
                    <a:ext uri="{9D8B030D-6E8A-4147-A177-3AD203B41FA5}">
                      <a16:colId xmlns:a16="http://schemas.microsoft.com/office/drawing/2014/main" val="1144310219"/>
                    </a:ext>
                  </a:extLst>
                </a:gridCol>
              </a:tblGrid>
              <a:tr h="213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LABEL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GPIO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JTAG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SDIO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UART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FSPI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*Remark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6795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901075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621303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3V3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05586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SDIO_CLK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FSPICS3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910954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IO18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SDIO_CMD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FSPICS2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151713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TX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FSPICS1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483567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RX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FSPICS0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CS</a:t>
                      </a: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119123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300804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MTDO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MOSI</a:t>
                      </a: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366526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MTCK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FSPICLK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SCLK</a:t>
                      </a: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093733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MTDI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FSPIWP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300142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MTMS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FSPIHD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573035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79782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MISO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8247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IO23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GPIO23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SDIO_DATA3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964000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IO22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GPIO22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SDIO_DATA2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290513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IO21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GPIO21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SDIO_DATA1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FSPICS5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346171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IO20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GPIO20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SDIO_DATA0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FSPICS4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084600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U+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40426"/>
                  </a:ext>
                </a:extLst>
              </a:tr>
              <a:tr h="1479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U-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9774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7D087DD-13A7-FB07-12C3-1AB8A56AAA29}"/>
              </a:ext>
            </a:extLst>
          </p:cNvPr>
          <p:cNvSpPr txBox="1"/>
          <p:nvPr/>
        </p:nvSpPr>
        <p:spPr>
          <a:xfrm>
            <a:off x="2442352" y="59248"/>
            <a:ext cx="7311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GNPE ESP32-C6-0.42 (OLED include)</a:t>
            </a:r>
            <a:endParaRPr lang="ko-KR" altLang="en-US" sz="3200" b="1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E985AC2-EE51-7B40-70CF-85CCE0ADBE32}"/>
              </a:ext>
            </a:extLst>
          </p:cNvPr>
          <p:cNvCxnSpPr>
            <a:cxnSpLocks/>
          </p:cNvCxnSpPr>
          <p:nvPr/>
        </p:nvCxnSpPr>
        <p:spPr>
          <a:xfrm flipV="1">
            <a:off x="2442352" y="1996716"/>
            <a:ext cx="872554" cy="99723"/>
          </a:xfrm>
          <a:prstGeom prst="line">
            <a:avLst/>
          </a:prstGeom>
          <a:ln w="1587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72058A-1195-FA3A-6791-42AE729D6C75}"/>
              </a:ext>
            </a:extLst>
          </p:cNvPr>
          <p:cNvSpPr/>
          <p:nvPr/>
        </p:nvSpPr>
        <p:spPr>
          <a:xfrm>
            <a:off x="3334210" y="1931302"/>
            <a:ext cx="502304" cy="13082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3V3</a:t>
            </a:r>
            <a:endParaRPr lang="ko-KR" altLang="en-US" sz="7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82D4407-CF81-94D5-E1C5-E895A4142A52}"/>
              </a:ext>
            </a:extLst>
          </p:cNvPr>
          <p:cNvCxnSpPr>
            <a:cxnSpLocks/>
          </p:cNvCxnSpPr>
          <p:nvPr/>
        </p:nvCxnSpPr>
        <p:spPr>
          <a:xfrm>
            <a:off x="2442352" y="2200099"/>
            <a:ext cx="872554" cy="24928"/>
          </a:xfrm>
          <a:prstGeom prst="line">
            <a:avLst/>
          </a:prstGeom>
          <a:ln w="1587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3526C47-8F44-4292-E44D-23E61B9404A1}"/>
              </a:ext>
            </a:extLst>
          </p:cNvPr>
          <p:cNvCxnSpPr>
            <a:cxnSpLocks/>
          </p:cNvCxnSpPr>
          <p:nvPr/>
        </p:nvCxnSpPr>
        <p:spPr>
          <a:xfrm flipH="1" flipV="1">
            <a:off x="1477060" y="1976766"/>
            <a:ext cx="858946" cy="119673"/>
          </a:xfrm>
          <a:prstGeom prst="line">
            <a:avLst/>
          </a:prstGeom>
          <a:ln w="1587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A61770B-1DF8-D48C-785E-BDE1339DE793}"/>
              </a:ext>
            </a:extLst>
          </p:cNvPr>
          <p:cNvCxnSpPr>
            <a:cxnSpLocks/>
          </p:cNvCxnSpPr>
          <p:nvPr/>
        </p:nvCxnSpPr>
        <p:spPr>
          <a:xfrm flipH="1">
            <a:off x="1457756" y="2200099"/>
            <a:ext cx="878250" cy="24928"/>
          </a:xfrm>
          <a:prstGeom prst="line">
            <a:avLst/>
          </a:prstGeom>
          <a:ln w="1587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73C4AEB-9AAD-2747-9576-9D3FE0005603}"/>
              </a:ext>
            </a:extLst>
          </p:cNvPr>
          <p:cNvSpPr/>
          <p:nvPr/>
        </p:nvSpPr>
        <p:spPr>
          <a:xfrm>
            <a:off x="955452" y="1905285"/>
            <a:ext cx="502304" cy="1308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GND</a:t>
            </a:r>
            <a:endParaRPr lang="ko-KR" altLang="en-US" sz="7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6FFB2D7-3153-858B-9814-9C21C830A72E}"/>
              </a:ext>
            </a:extLst>
          </p:cNvPr>
          <p:cNvSpPr/>
          <p:nvPr/>
        </p:nvSpPr>
        <p:spPr>
          <a:xfrm>
            <a:off x="3334210" y="2159612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I2C_SCL</a:t>
            </a:r>
            <a:endParaRPr lang="ko-KR" altLang="en-US" sz="7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721181F-7595-C2F9-6674-0591989F014B}"/>
              </a:ext>
            </a:extLst>
          </p:cNvPr>
          <p:cNvSpPr/>
          <p:nvPr/>
        </p:nvSpPr>
        <p:spPr>
          <a:xfrm>
            <a:off x="955779" y="2159612"/>
            <a:ext cx="502304" cy="130829"/>
          </a:xfrm>
          <a:prstGeom prst="rect">
            <a:avLst/>
          </a:prstGeom>
          <a:solidFill>
            <a:srgbClr val="14C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dirty="0"/>
              <a:t>I2C_SDA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81620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330</Words>
  <Application>Microsoft Office PowerPoint</Application>
  <PresentationFormat>와이드스크린</PresentationFormat>
  <Paragraphs>261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경정 박</dc:creator>
  <cp:lastModifiedBy>경정 박</cp:lastModifiedBy>
  <cp:revision>3</cp:revision>
  <dcterms:created xsi:type="dcterms:W3CDTF">2026-05-18T07:22:22Z</dcterms:created>
  <dcterms:modified xsi:type="dcterms:W3CDTF">2026-06-04T15:36:59Z</dcterms:modified>
</cp:coreProperties>
</file>